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1"/>
  </p:normalViewPr>
  <p:slideViewPr>
    <p:cSldViewPr snapToGrid="0" snapToObjects="1">
      <p:cViewPr varScale="1">
        <p:scale>
          <a:sx n="124" d="100"/>
          <a:sy n="124" d="100"/>
        </p:scale>
        <p:origin x="1384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186" y="2286000"/>
            <a:ext cx="86576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ABC X1 Smartwatch Sentiment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Group Members &amp; Project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Project: ABC X1 Smartwatch Review Analysis</a:t>
            </a: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endParaRPr/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Technology Stack:</a:t>
            </a:r>
          </a:p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Python, Flask, BERT Transformers</a:t>
            </a:r>
          </a:p>
          <a:p>
            <a:pPr algn="ctr"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PyTorch, Hugging Face</a:t>
            </a: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endParaRPr/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Developed for:</a:t>
            </a: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ABC Company ML Initiative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Problem Statement: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Manual analysis of 6,000+ customer reviews is time-consuming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Need to quickly identify customer satisfaction patterns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ABC X1 Smartwatch requires data-driven product insights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Objectives: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Build automated sentiment analysis system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Classify reviews: Positive / Neutral / 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Deploy as user-friendly web application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Achieve high accuracy using state-of-the-art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Solution: Pre-trained BERT Transformer Model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/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Workflow: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1. Data Collection &amp; Preparation (6,000+ reviews)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2. Exploratory Data Analysis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3. Model Selection (Classical ML vs. 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4. BERT Model Integration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5. Flask Web Application Deployment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      6. Testing &amp; Validation</a:t>
            </a:r>
          </a:p>
          <a:p>
            <a:pPr algn="ctr"/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Proposed Solution &amp; System Architecture</a:t>
            </a:r>
          </a:p>
        </p:txBody>
      </p:sp>
      <p:pic>
        <p:nvPicPr>
          <p:cNvPr id="5" name="Picture 4" descr="1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06" y="1527857"/>
            <a:ext cx="4600936" cy="4213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Dataset: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smart_watch_review.csv</a:t>
            </a:r>
            <a:r>
              <a:rPr dirty="0"/>
              <a:t> (6,000+ reviews)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Star ratings (1-5) mapped to sentiments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Cleaned and preprocessed data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Methodology: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Phase 1: Classical ML Models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  → Logistic Regression, Random Forest, SVM, etc.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  → Result: &lt;50% accuracy </a:t>
            </a:r>
            <a:endParaRPr lang="en-US"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/>
              <a:t>Phase 2: Pre-trained BERT Transformer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/>
              <a:t>   → </a:t>
            </a:r>
            <a:r>
              <a:rPr lang="en-IN" dirty="0" err="1"/>
              <a:t>nlptown</a:t>
            </a:r>
            <a:r>
              <a:rPr lang="en-IN" dirty="0"/>
              <a:t>/</a:t>
            </a:r>
            <a:r>
              <a:rPr lang="en-IN" dirty="0" err="1"/>
              <a:t>bert</a:t>
            </a:r>
            <a:r>
              <a:rPr lang="en-IN" dirty="0"/>
              <a:t>-base-multilingual-uncased-sentiment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/>
              <a:t>   → Result: High accuracy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Machine Learning: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Hugging Face Transformers (BERT)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</a:t>
            </a:r>
            <a:r>
              <a:rPr lang="en-IN" sz="1400" dirty="0" err="1"/>
              <a:t>PyTorch</a:t>
            </a:r>
            <a:r>
              <a:rPr lang="en-IN" sz="1400" dirty="0"/>
              <a:t> (Deep Learning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Scikit-learn (Evaluation Metrics)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/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Web Development: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Flask (Python Web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HTML/CSS (Frontend UI)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/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 Data Processing: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• Pandas, NumPy (Data manipulation)</a:t>
            </a:r>
          </a:p>
          <a:p>
            <a:pPr algn="ctr"/>
            <a:r>
              <a:rPr lang="en-US" sz="1400" dirty="0"/>
              <a:t> 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Technologies &amp; Model Pipeline</a:t>
            </a:r>
          </a:p>
        </p:txBody>
      </p:sp>
      <p:pic>
        <p:nvPicPr>
          <p:cNvPr id="5" name="Picture 4" descr="3_ber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70" y="1371600"/>
            <a:ext cx="46593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Results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344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Model Performance: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BERT Model: High accuracy on sentiment classification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Successfully predicts Positive/Neutral/Negative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Provides confidence scores for predictions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200"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Verified Test Cases: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"Worst watch ever" → Negative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"It is okay, average" → Neutral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"Amazing watch, love it!" → Positive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200"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Key Insights: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BERT outperforms classical ML models significantly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Pre-trained models eliminate need for feature engineering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• Transfer learning is crucial for NLP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Conclusion: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Successfully built sentiment analysis system using BERT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Deployed as Flask web application with professional UI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Provides actionable insights from customer reviews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Demonstrated superiority of transformers over classical ML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Future Scope: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Aspect-based sentiment analysis (battery, display, features)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Multi-language support expansion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Real-time dashboard for review monitoring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Integration with customer support systems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• Mobile application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475</Words>
  <Application>Microsoft Macintosh PowerPoint</Application>
  <PresentationFormat>On-screen Show (4:3)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Kusala krishna kareti | AP23110010371</cp:lastModifiedBy>
  <cp:revision>2</cp:revision>
  <dcterms:created xsi:type="dcterms:W3CDTF">2013-01-27T09:14:16Z</dcterms:created>
  <dcterms:modified xsi:type="dcterms:W3CDTF">2025-12-01T16:26:51Z</dcterms:modified>
  <cp:category/>
</cp:coreProperties>
</file>